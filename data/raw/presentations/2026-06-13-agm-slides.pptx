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General Assembly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BürgerEnergie Eschenbrück eG - 13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cooperative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412 members (388 at the end of 2025)</a:t>
            </a:r>
          </a:p>
          <a:p>
            <a:r>
              <a:t>6,242 shares at 250 euros each</a:t>
            </a:r>
          </a:p>
          <a:p>
            <a:r>
              <a:t>Dividend 2025: 2.0 %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Sonnendach Lindenhof: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171.6 kWp: 399 Nordlicht NL-430 modules (276 school roof, 123 sports hall)</a:t>
            </a:r>
          </a:p>
          <a:p>
            <a:r>
              <a:t>Battery storage: 100 kWh in the school basement</a:t>
            </a:r>
          </a:p>
          <a:p>
            <a:r>
              <a:t>Installation: 8-19 June 2026</a:t>
            </a:r>
          </a:p>
          <a:p>
            <a:r>
              <a:t>Commissioning: mid-July 2026</a:t>
            </a:r>
          </a:p>
          <a:p>
            <a:r>
              <a:t>Expected yield: 162,000 kWh per year, about 62 tonnes of CO2 saved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Financing: 298,500 euros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KlimaKommunal grant: 96,000 euros</a:t>
            </a:r>
          </a:p>
          <a:p>
            <a:r>
              <a:t>Raiffeisenkasse Talgrund loan: 120,000 euros</a:t>
            </a:r>
          </a:p>
          <a:p>
            <a:r>
              <a:t>New member shares: 82,500 euros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2025: 2.0 % (proposal)</a:t>
            </a:r>
          </a:p>
          <a:p>
            <a:r>
              <a:t>Target from 2027: 3 %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project: Freibad heat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 kW heat pump for the outdoor pool</a:t>
            </a:r>
          </a:p>
          <a:p>
            <a:r>
              <a:t>Pilot planned for autumn 2026</a:t>
            </a:r>
          </a:p>
          <a:p>
            <a:r>
              <a:t>71 % of surveyed members in favour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Assembly 2026</dc:title>
  <dc:subject/>
  <dc:creator>BürgerEnergie Eschenbrück eG</dc:creator>
  <cp:keywords/>
  <dc:description>generated using python-pptx</dc:description>
  <cp:lastModifiedBy>Steve Canny</cp:lastModifiedBy>
  <cp:revision>1</cp:revision>
  <dcterms:created xsi:type="dcterms:W3CDTF">2026-09-15T12:00:00Z</dcterms:created>
  <dcterms:modified xsi:type="dcterms:W3CDTF">2026-09-15T12:00:00Z</dcterms:modified>
  <cp:category/>
</cp:coreProperties>
</file>